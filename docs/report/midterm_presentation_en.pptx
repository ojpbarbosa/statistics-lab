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Issuer Opportunity Screener</a:t>
            </a:r>
          </a:p>
          <a:p>
            <a:pPr algn="l">
              <a:spcAft>
                <a:spcPts val="2600"/>
              </a:spcAft>
            </a:pPr>
            <a:r>
              <a:rPr sz="1700" b="0" i="0">
                <a:solidFill>
                  <a:srgbClr val="E9EEF5"/>
                </a:solidFill>
                <a:latin typeface="Segoe UI"/>
              </a:rPr>
              <a:t>Midterm check-in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João Pedro Ferreira Barbosa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9EEF5"/>
                </a:solidFill>
                <a:latin typeface="Segoe UI"/>
              </a:rPr>
              <a:t>July 21, 2026 · week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74320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A screening framework that looks for corporate names whose spread over the Brazil benchmark makes an offshore note worth pitching to Brazilian investors.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246888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What I want from this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Quick framing before anything else: this is not the final readout, it is a midterm alignment. I want to show you where things stand, sanity-check a few decisions while they are still cheap to change, and set up a faster feedback loop for the remaining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Report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Walk through what is built, what already works, and what the data looks like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Validate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Check the framework and criteria choices with you: the rule, the weights, the tolerances.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Unblock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Be transparent about where data access stands and the routes I am working around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514600"/>
            <a:ext cx="2587752" cy="214884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Align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Agree on the next steps and on checking in more often, in smaller doses.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Where the project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The groundwork phase is essentially done. The screener runs end to end today, with synthetic data standing in wherever live access is still pending.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502152" cy="160020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125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9EEF5"/>
                </a:solidFill>
                <a:latin typeface="Segoe UI"/>
              </a:rPr>
              <a:t>names in the screening universe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502152" cy="160020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100+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9EEF5"/>
                </a:solidFill>
                <a:latin typeface="Segoe UI"/>
              </a:rPr>
              <a:t>automated tests, runs on any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148840"/>
            <a:ext cx="3502152" cy="160020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9EEF5"/>
                </a:solidFill>
                <a:latin typeface="Segoe UI"/>
              </a:rPr>
              <a:t>open blocker, and it is external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The four week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Week 1 ·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739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Week 2 · in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3678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6385C"/>
                </a:solidFill>
                <a:latin typeface="Segoe UI"/>
              </a:rPr>
              <a:t>Week 3 ·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7617" y="4617720"/>
            <a:ext cx="2674620" cy="502920"/>
          </a:xfrm>
          <a:prstGeom prst="roundRect">
            <a:avLst>
              <a:gd name="adj" fmla="val 18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6385C"/>
                </a:solidFill>
                <a:latin typeface="Segoe UI"/>
              </a:rPr>
              <a:t>Week 4 · delivery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3986098" y="5184648"/>
            <a:ext cx="164592" cy="128016"/>
          </a:xfrm>
          <a:prstGeom prst="triangle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194" y="5330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03B3B"/>
                </a:solidFill>
                <a:latin typeface="Segoe UI"/>
              </a:rPr>
              <a:t>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How it is put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One pipeline, five stages, each replaceable without touching the others. That is what lets me swap data sources while everything downstream stays identical.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Universe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125 names, add, quarantine, restore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7460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Sources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BLP, BQuant, Hermes, fixture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77740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59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Snapshots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versioned and append-only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18019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Scoring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5 blocks, tiers A, B, 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58300" y="3200400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2743200"/>
            <a:ext cx="1810512" cy="1143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Dashboard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screen, movers,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egoe UI"/>
              </a:rPr>
              <a:t>Every classification carries a plain-language rationale, and every number can be replicated on the terminal.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Where data access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Four routes to the data, in different states. Whichever lands first feeds the exact same pipeline, so no work gets thrown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Bloomberg Desktop API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Bulk bond requests are gated behind a workflow review. I contacted our account manager and I am still waiting to hear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77095" y="227685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4612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BQuant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The server-side bond screen is integrated and working. I still owe it a proper validation run on the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77095" y="337413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Segoe UI"/>
              </a:rPr>
              <a:t>validating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4340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Hermes internal API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Found this week. Bonds already flow through the fetch endpoint, and I am talking to the owner about exposing CDS server 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7095" y="447141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bonds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40680"/>
            <a:ext cx="10820095" cy="969264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85C"/>
                </a:solidFill>
                <a:latin typeface="Segoe UI"/>
              </a:rPr>
              <a:t>Markit Partners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Segoe UI"/>
              </a:rPr>
              <a:t>Access requested, for additional credit data to enrich the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7095" y="556869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requested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How the screening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The core rule reads in one line: a name is worth a look when it pays at least what Brazil pays. Names slightly inside Brazil survive only with a clearly stronger rating, which is how Hyundai at minus 18 bps and A minus stays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0320"/>
            <a:ext cx="3579266" cy="502920"/>
          </a:xfrm>
          <a:prstGeom prst="roundRect">
            <a:avLst>
              <a:gd name="adj" fmla="val 14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not viable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2560320"/>
            <a:ext cx="1775917" cy="502920"/>
          </a:xfrm>
          <a:prstGeom prst="roundRect">
            <a:avLst>
              <a:gd name="adj" fmla="val 14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Segoe UI"/>
              </a:rPr>
              <a:t>edge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7" y="2560320"/>
            <a:ext cx="5382615" cy="502920"/>
          </a:xfrm>
          <a:prstGeom prst="roundRect">
            <a:avLst>
              <a:gd name="adj" fmla="val 14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3858" y="309067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-20 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309067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What the composite score weighs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3759601" cy="457200"/>
          </a:xfrm>
          <a:prstGeom prst="roundRect">
            <a:avLst>
              <a:gd name="adj" fmla="val 14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61688"/>
            <a:ext cx="375960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Spread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2833" y="3886200"/>
            <a:ext cx="2136587" cy="457200"/>
          </a:xfrm>
          <a:prstGeom prst="roundRect">
            <a:avLst>
              <a:gd name="adj" fmla="val 14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833" y="4361688"/>
            <a:ext cx="21365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Credit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852" y="3886200"/>
            <a:ext cx="2136587" cy="457200"/>
          </a:xfrm>
          <a:prstGeom prst="roundRect">
            <a:avLst>
              <a:gd name="adj" fmla="val 14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6852" y="4361688"/>
            <a:ext cx="21365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Liquidity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0871" y="3886200"/>
            <a:ext cx="1054577" cy="457200"/>
          </a:xfrm>
          <a:prstGeom prst="roundRect">
            <a:avLst>
              <a:gd name="adj" fmla="val 14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4361688"/>
            <a:ext cx="10545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Equity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82880" y="3886200"/>
            <a:ext cx="1595582" cy="457200"/>
          </a:xfrm>
          <a:prstGeom prst="roundRect">
            <a:avLst>
              <a:gd name="adj" fmla="val 14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Segoe U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2880" y="4361688"/>
            <a:ext cx="15955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The order mirrors what the desk cares about: carry first, then credit safety, tradability, the market's read, and how recognizable the name is to clients. Scores land in tiers: A is pitch ready, B is a watchlist, C is a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A few things I would like your read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None of these block me, but your answers change what I build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Criteria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Does the 20 bps tolerance feel right? Should Sr Non-Preferred paper count as senior? Any currency preference beyond USD?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65960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Universe file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I need internal ratings, ISINs for the Hermes route, and handle overrides for the non-US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21608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Dashboard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Is any visualization or metric missing for how you would actually use this day to day?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21608"/>
            <a:ext cx="5330952" cy="16002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Cadence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Would a short weekly check-in work for you, instead of one big handoff at the end?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Segoe UI"/>
              </a:rPr>
              <a:t>One ask on the feedback itself: reactions to the framework and criteria move the project further than reactions to individual names.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A challenge I want to bring: growing the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Today every name enters the universe by hand, one form at a time, and the list stays frozen until someone edits it. From a product point of view that bothers me: we only ever analyze the names we already knew about.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Segoe UI"/>
              </a:rPr>
              <a:t>How it works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24912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A name is added by hand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one form per name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39" y="3044952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2724912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6385C"/>
                </a:solidFill>
                <a:latin typeface="Segoe UI"/>
              </a:rPr>
              <a:t>Static universe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Segoe UI"/>
              </a:rPr>
              <a:t>the same 125 names until someone 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Segoe UI"/>
              </a:rPr>
              <a:t>What I would explore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385C"/>
                </a:solidFill>
                <a:latin typeface="Segoe UI"/>
              </a:rPr>
              <a:t>Feeds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Segoe UI"/>
              </a:rPr>
              <a:t>Hermes tape, index members, new issues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39" y="4443983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385C"/>
                </a:solidFill>
                <a:latin typeface="Segoe UI"/>
              </a:rPr>
              <a:t>Auto pre-screen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Segoe UI"/>
              </a:rPr>
              <a:t>spread vs Brazil, liquidity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33872" y="4443983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385C"/>
                </a:solidFill>
                <a:latin typeface="Segoe UI"/>
              </a:rPr>
              <a:t>Candidate inbox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Segoe UI"/>
              </a:rPr>
              <a:t>ranked suggestions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04504" y="4443983"/>
            <a:ext cx="347472" cy="237744"/>
          </a:xfrm>
          <a:prstGeom prst="rightArrow">
            <a:avLst/>
          </a:prstGeom>
          <a:solidFill>
            <a:srgbClr val="3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7696" y="4123944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Desk approves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E9EEF5"/>
                </a:solidFill>
                <a:latin typeface="Segoe UI"/>
              </a:rPr>
              <a:t>the final say stays human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5780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Hermes already returns the whole bond tape for any date. Diffing that tape against our universe gives machine-suggested candidates with spreads precomputed. Not manual, not brute force, and the desk keeps the last word.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The same lens, applied 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This is where I think I add the most value: taking an engineering and product view of the desk's workflow and removing manual steps between a signal and a decision. Three places I would apply it next: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3502152" cy="2286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Built-in credit analysis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An automatic one-pager per name: balance sheet, leverage, covenants and news, assembled by the system so the analyst validates instead of gathering.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606040"/>
            <a:ext cx="3502152" cy="2286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From screen to monitor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Scheduled snapshots plus alerts on viability flips and unusual moves, so the desk gets told instead of having to look.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606040"/>
            <a:ext cx="3502152" cy="22860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A learning loop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Your feedback on names, plus backtests over the accumulated snapshots, becomes evidence to tune the score weights.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822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Segoe UI"/>
              </a:rPr>
              <a:t>Next steps, and how I would like to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7089"/>
                </a:solidFill>
                <a:latin typeface="Segoe UI"/>
              </a:rPr>
              <a:t>Issuer Opportunity Screener · midterm check-in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502152" cy="173736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This week, Wed to Fri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Validate the Hermes route end to end and land the first complete snapshot of the full universe.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502152" cy="173736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Week 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Results pass: coverage, tier distribution, top names and movers. Plus your pass on the universe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600200"/>
            <a:ext cx="3502152" cy="173736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385C"/>
                </a:solidFill>
                <a:latin typeface="Segoe UI"/>
              </a:rPr>
              <a:t>Week 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Categorized candidate lists, the final report, and the closing presentation with the code handover.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And instead of one big handoff at the end, I would rather do a short check-in each week, so we can course-correct while it is still cheap.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17720"/>
            <a:ext cx="1234440" cy="41148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